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~30 sec |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~90 sec | Problem + solution (keep short)
[OPTIONAL IMAGE: Landing page screenshot — http://localhost:8888/]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~45 sec | Architecture
[INSERT IMAGE: Architecture diagram — file: ARCHITECTURE.md (mermaid diagram)]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~60 sec | Microservices + Event-driven
[INSERT IMAGE: Browser — http://localhost:3016/health  (all dependencies ok)]
OR: folder screenshot — backend/services/ (14 folders)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~45 sec | IaC + Portability
[INSERT IMAGE: IDE — k8s/ + terraform/aws|azure|gcp folders]
OR: terminal — kubectl get deploy -n carebridge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~60 sec | Resilience + Scale + Observability
[INSERT IMAGE: terminal — kubectl get hpa -n carebridge]
OR: /health JSON showing "circuits" and "eventBus": "redis"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~30 sec | Design reasoning (Exemplary)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~60 sec | Live demo cue (optional — or skip and use screenshots)
[INSERT IMAGE: Youth chat + Staff insights — your best 1–2 screenshots]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— ~20 sec | Close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— hide during talk unless asked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CareBridge AI</dc:title>
  <dc:subject>PptxGenJS Presentation</dc:subject>
  <dc:creator>Created by Marp</dc:creator>
  <cp:lastModifiedBy>Created by Marp</cp:lastModifiedBy>
  <cp:revision>1</cp:revision>
  <dcterms:created xsi:type="dcterms:W3CDTF">2026-06-25T19:16:32Z</dcterms:created>
  <dcterms:modified xsi:type="dcterms:W3CDTF">2026-06-25T19:16:32Z</dcterms:modified>
</cp:coreProperties>
</file>